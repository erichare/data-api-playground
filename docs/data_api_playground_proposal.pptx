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029200"/>
            <a:ext cx="2103120" cy="1828800"/>
          </a:xfrm>
          <a:prstGeom prst="rect">
            <a:avLst/>
          </a:prstGeom>
          <a:solidFill>
            <a:srgbClr val="818CF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API Playground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Demo Experience for Astra DB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 our own champagne.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0" y="6217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We're Building This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is right.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1556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727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is missing the coding part — demos lack hands-on developer experience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1556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86000"/>
            <a:ext cx="64008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5000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astrapy 2.3 release is the perfect moment to showcase the Python client end-to-end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11556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063240"/>
            <a:ext cx="64008" cy="6858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27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traction is declining at IBM — we need an independent, code-first story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1556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840480"/>
            <a:ext cx="64008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0448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"Drink our own champagne" — use the Data API Python client end-to-end in our own demo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1115568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617720"/>
            <a:ext cx="64008" cy="6858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8172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beautiful, shareable playground that showcases Astra DB's vector &amp; ingestion capabilities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15568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documents easily. Browse your Astra DB collections. Ask questions with a simple chat interface.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530352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51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web application backed entirely by Astra DB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vibe-coded using Lovable / Replit / v0 (shadcn/ui)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REST API (FastAPI) — 5 endpoints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astrapy Python SDK v2.3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IBM Granite via HuggingFace (free, Apache 2.0)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103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Demonstrates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2560320"/>
            <a:ext cx="5486400" cy="3474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65176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&amp; semantic similarity with scores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(CSV/structured data)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— BM25 + vector (find_and_rerank)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faster ingestion than OpenSearch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PCU Support (upcoming in astrapy 2.3)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474720" cy="5029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347472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246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(React)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Chat button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AREA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thread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badges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 input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drag &amp; drop ingest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browser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474720" cy="5029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188720"/>
            <a:ext cx="3474720" cy="502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(REST API)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43400" y="1828800"/>
            <a:ext cx="3246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/conversations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/conversations/{id}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/conversations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/conversations/{id}/messages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/ingest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astrapy Python client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749040" cy="5029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188720"/>
            <a:ext cx="37490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 (Astra DB)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880" y="1828800"/>
            <a:ext cx="3520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DataAPIClient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Database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Collection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conversations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messages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documents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$vectorize (server-side)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find_and_rerank()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insert_many()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0" y="3703320"/>
            <a:ext cx="36576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3703320"/>
            <a:ext cx="36576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Embeddings: IBM Granite on HuggingFace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licensed — free for commercial use, no infrastructure required for the demo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155680" cy="3200400"/>
        </p:xfrm>
        <a:graphic>
          <a:graphicData uri="http://schemas.openxmlformats.org/drawingml/2006/table">
            <a:tbl>
              <a:tblPr/>
              <a:tblGrid>
                <a:gridCol w="4114800"/>
                <a:gridCol w="914400"/>
                <a:gridCol w="822960"/>
                <a:gridCol w="137160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granite-embedding-30m-english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/ lowest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granite-embedding-125m-english ★ RECOMMENDED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English retrieval (MTEB: 52.3)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granite-embedding-107m-multilingual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languages, 2x faster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granite-embedding-reranker-english-r2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Reranking / hybrid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914400"/>
                <a:gridCol w="822960"/>
                <a:gridCol w="137160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granite-embedding-30m-english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/ lowest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granite-embedding-125m-english ★ RECOMMENDED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English retrieval (MTEB: 52.3)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granite-embedding-107m-multilingual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languages, 2x faster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granite-embedding-reranker-english-r2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 tokens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Reranking / hybrid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00" marR="4572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937760"/>
            <a:ext cx="356616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5074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384 / 768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594360" y="5669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297680" y="4937760"/>
            <a:ext cx="356616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7"/>
          <p:cNvSpPr/>
          <p:nvPr/>
        </p:nvSpPr>
        <p:spPr>
          <a:xfrm>
            <a:off x="4434840" y="5074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2.0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434840" y="5669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 source license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4937760"/>
            <a:ext cx="347472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8275320" y="5029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DD3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8275320" y="5669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HuggingFace Inference API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in Astra DB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5120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created_at: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updated_at: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749040" cy="5120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097280"/>
            <a:ext cx="374904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1691640"/>
            <a:ext cx="3474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conversation_id: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| assistant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$vector: </a:t>
            </a:r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[...768 dims]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timestamp: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1097280"/>
            <a:ext cx="3383280" cy="5120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1097280"/>
            <a:ext cx="33832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1143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1691640"/>
            <a:ext cx="3200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_id: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filename: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row_data: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$vector: </a:t>
            </a:r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[...768 dims]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ingested_at: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$vector populated server-side via $vectorize using IBM Granite embeddings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UI: Three-Panel Chat Interface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shadcn/ui examples — frontend vibe-coded in Lovable / Replit / v0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5029200"/>
          </a:xfrm>
          <a:prstGeom prst="rect">
            <a:avLst/>
          </a:prstGeom>
          <a:solidFill>
            <a:srgbClr val="1E29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CONVERSATIONS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560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about sales data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 min ago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inventory analysis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Yesterday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segments...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 15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5029200" cy="5029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463040"/>
            <a:ext cx="50292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08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about sales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37744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16712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top customers by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2834640"/>
            <a:ext cx="4663440" cy="1005840"/>
          </a:xfrm>
          <a:prstGeom prst="rect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5 matches   similarity: 0.94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2461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($2.1M), TechFlow Inc ($1.8M)...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6080760"/>
            <a:ext cx="502920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6126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about your data...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463040"/>
            <a:ext cx="2926080" cy="5029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1463040"/>
            <a:ext cx="292608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2057400"/>
            <a:ext cx="2651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961120" y="2468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CSV here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15400" y="3566160"/>
            <a:ext cx="265176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8915400" y="3566160"/>
            <a:ext cx="173736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891540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/ 389 rows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4251960"/>
            <a:ext cx="2651760" cy="502920"/>
          </a:xfrm>
          <a:prstGeom prst="rect">
            <a:avLst/>
          </a:prstGeom>
          <a:solidFill>
            <a:srgbClr val="1A3A2A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0" y="4315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faster than OpenSearch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15400" y="4892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15400" y="52120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sales_data (1.2k docs)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(389 docs)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Showcase Moments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39496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25603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Search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and see real-time vector similarity scores on each result. Watch astrapy's find() with $vector in action.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828800" cy="411480"/>
          </a:xfrm>
          <a:prstGeom prst="rect">
            <a:avLst/>
          </a:prstGeom>
          <a:solidFill>
            <a:srgbClr val="FF6B35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 + $vector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43000"/>
            <a:ext cx="539496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143000"/>
            <a:ext cx="73152" cy="25603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34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23760" y="1234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Search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lexical, vector, and hybrid modes. Live demonstration of find_and_rerank() — BM25 meets vector search.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3154680"/>
            <a:ext cx="1828800" cy="411480"/>
          </a:xfrm>
          <a:prstGeom prst="rect">
            <a:avLst/>
          </a:prstGeom>
          <a:solidFill>
            <a:srgbClr val="818CF8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find_and_rerank()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539496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977640"/>
            <a:ext cx="73152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9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4069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Ingestion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CSV file and watch rows become searchable vector documents in under a second. Row-level embedding via Granite.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828800" cy="41148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6035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insert_many()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977640"/>
            <a:ext cx="539496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3977640"/>
            <a:ext cx="73152" cy="2560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069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223760" y="4069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92240" y="4572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latency badge on every query. Sub-10ms response times vs. OpenSearch baseline. Astra DB is 6x faster at scale.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5989320"/>
            <a:ext cx="1828800" cy="411480"/>
          </a:xfrm>
          <a:prstGeom prst="rect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6035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6x faster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Design — Structured Data Focus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Decisions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66928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64008" cy="731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ingestion — each CSV row = one Astra DB document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66928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68880"/>
            <a:ext cx="64008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chunking — no text splitting, no LangChain loaders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566928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291840"/>
            <a:ext cx="64008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83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unstructured — structured CSV/tabular data 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566928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114800"/>
            <a:ext cx="64008" cy="731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062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via IBM Granite (granite-embedding-125m-english, 768 dims)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566928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937760"/>
            <a:ext cx="64008" cy="731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29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$vectorize — let Astra DB call the embedding API automatically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0" y="1645920"/>
            <a:ext cx="5212080" cy="1371600"/>
          </a:xfrm>
          <a:prstGeom prst="rect">
            <a:avLst/>
          </a:prstGeom>
          <a:solidFill>
            <a:srgbClr val="1E3A2A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7373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6x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13816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OpenSearch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0" y="3200400"/>
            <a:ext cx="246888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291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astrapy call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36576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db.get_collection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('documents')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.insert_many(rows)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35440" y="3200400"/>
            <a:ext cx="256032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937260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Astra does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7260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vectorize 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store vectors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index for search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8463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drop a customer CSV → instantly ask 'find customers who match profile X' using semantic search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&amp; Open Questions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155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818C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Stefano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Clone operation GA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release before Clone GA — check with Roger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 UI JS 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+ Granite integration in 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74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Cedrick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 WikiData as demo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rich, open dataset for the playground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566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Questions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411480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114800"/>
            <a:ext cx="64008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4206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Tool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4663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Lovable, Replit, or v0?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411480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291840" y="4114800"/>
            <a:ext cx="64008" cy="18288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4206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Dataset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29000" y="4663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WikiData? (Cedrick investigating)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411480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6126480" y="4114800"/>
            <a:ext cx="64008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4206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Language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63640" y="4663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 to match astrapy?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961120" y="411480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6"/>
          <p:cNvSpPr/>
          <p:nvPr/>
        </p:nvSpPr>
        <p:spPr>
          <a:xfrm>
            <a:off x="8961120" y="4114800"/>
            <a:ext cx="64008" cy="1828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Text 17"/>
          <p:cNvSpPr/>
          <p:nvPr/>
        </p:nvSpPr>
        <p:spPr>
          <a:xfrm>
            <a:off x="9098280" y="4206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Timing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098280" y="46634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Clone operation GA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It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ELEGANT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chat interface — beautiful, demo-ready design built for developers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645920"/>
            <a:ext cx="356616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POWERFUL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89120" y="25603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astrapy 2.3 + IBM Granite embeddings + Astra DB vector &amp; hybrid search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5760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645920"/>
            <a:ext cx="3657600" cy="7315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9600" y="25603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faster than OpenSearch. Free embeddings via HuggingFace. No infrastructure overhead.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0749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demo is one that writes itself 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54864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client, for the client.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2026-03-19T22:13:57Z</dcterms:created>
  <dcterms:modified xsi:type="dcterms:W3CDTF">2026-03-19T22:13:57Z</dcterms:modified>
</cp:coreProperties>
</file>